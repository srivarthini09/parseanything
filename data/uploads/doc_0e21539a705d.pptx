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ParseAnything Sales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Universal Document Ingestion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00000" y="1800000"/>
          <a:ext cx="8000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/>
                <a:gridCol w="2000000"/>
                <a:gridCol w="2000000"/>
                <a:gridCol w="2000000"/>
              </a:tblGrid>
              <a:tr h="6000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Operating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Net Margin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North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142.50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38.1%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Western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61.40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37.4%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Asia Pacific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215.80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47.7%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t>Latin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23.5%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